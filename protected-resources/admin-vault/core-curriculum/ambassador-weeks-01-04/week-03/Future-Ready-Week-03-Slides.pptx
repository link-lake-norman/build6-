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Week 3: My Story Has Value</a:t>
            </a:r>
          </a:p>
          <a:p>
            <a:pPr algn="ctr">
              <a:defRPr sz="1700">
                <a:solidFill>
                  <a:srgbClr val="F2B705"/>
                </a:solidFill>
              </a:defRPr>
            </a:pPr>
            <a:r>
              <a:t>How can I communicate my story with confidence and purpose?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D2D7E1"/>
                </a:solidFill>
              </a:defRPr>
            </a:pPr>
            <a:r>
              <a:t>Future Ready™ © 2026 Jaime Lane | Licensed to Ambassador Christian School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Why This Week Matters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START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You are building evidence, not just completing assignments.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Every activity connects to Semester 2 internships.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Practice creates confidence. Feedback creates growth.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Your portfolio will show what you can 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Week Outcomes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Build: Future Ready™ Introduction Script, Professional Story, and Practice Video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Earn: Authentic Communicator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Practice communication, teamwork, adaptability, and professional follow-through.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Use workplace technology responsibly.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Community and Industry Connection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SPEAKER / TOUR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Professional whose path included a career pivot, recovery from failure, military or athletic transition, first-generation experience, or unexpected opportunity.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How professionals introduce themselves, request meetings, prepare for tours, and follow up across industries.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Prepare thoughtful questions. Log the interaction. Send a personalized thank-you.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Day 1: Your Story Is Evidence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DAY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Identify experiences that demonstrate character and transferable skills.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Label Week 1 timeline moments with skills and analyze the two-candidate case.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Debrief: What evidence did you create? How will this matter during an internship?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Day 2: Build a Professional Story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DAY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Structure one meaningful experience into a concise narrative.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Challenge, Choice, Action, Growth, Future Value writing and peer revision.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Debrief: What evidence did you create? How will this matter during an internship?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Day 3: Introduce Yourself With Confidence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DAY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Adapt a professional introduction to different audiences.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Role-play stations, observer rubric, and repeated delivery practice.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Debrief: What evidence did you create? How will this matter during an internship?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Day 4: Professional Follow-Through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DAY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Use email and calendar systems to support relationships.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Write a meeting request, create a calendar invitation, agenda, reminders, and rescheduling response.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Debrief: What evidence did you create? How will this matter during an internship?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Day 5: Speaker or Coach Connection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DAY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Practice professional presence with a guest.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Research, prepare questions, greet, take notes, thank, log the interaction, and record the final introduction video.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Debrief: What evidence did you create? How will this matter during an internship?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Role Play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Professional introductions for a healthcare tour, manufacturing tour, guest speaker, networking event, and internship interview.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Rotate: student/intern, professional/supervisor, observer.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Use feedback, then repeat the conversation.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Improv and Adaptability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ADAPT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Tell It Three Ways: professional, conversational, and 30-second versions.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Stay present. Listen. Build on what is happening.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Professional confidence grows through repetition.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Case Scenario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SOLVE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Two candidates have similar grades, but only one can explain what they learned from an experience. Teams assess which candidate builds more trust and why.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Identify the problem, evidence, people affected, options, and recommendation.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AI Activity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AI LITERACY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Use AI as a clarity coach, not a ghostwriter. Flag invented, exaggerated, or generic language.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Protect privacy. Verify facts. Keep human judgment and authentic voice.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LinkedIn / Professional Presence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BUILD YOUR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Draft an authentic About section and add education, athletics, service, projects, and leadership experience.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Your profile should be accurate, age-appropriate, and supported by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CRM / Workplace Systems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HOW WORK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Log a speaker or mentor interaction, create a follow-up task, and document a thank-you message.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Use fictional or school-approved information only.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Track the relationship, action, owner, deadline, and follow-up.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Portfolio and Badge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Portfolio artifact: Future Ready™ Introduction Script, Professional Story, and Practice Video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Badge: Authentic Communicator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Save evidence using the approved naming convention.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Explain what you did, what you learned, and how you will use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Mission Card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TAKE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Use your professional introduction with one adult and ask what was clear and what they want to know more about.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Bring your evidence to the next session.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