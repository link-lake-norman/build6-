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1051560" cy="105156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82880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A6A6"/>
                </a:solidFill>
              </a:defRPr>
            </a:pPr>
            <a:r>
              <a:t>WEEK 6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Your First $45,000 Job</a:t>
            </a:r>
          </a:p>
          <a:p>
            <a:pPr>
              <a:defRPr sz="2000">
                <a:solidFill>
                  <a:srgbClr val="F4C542"/>
                </a:solidFill>
              </a:defRPr>
            </a:pPr>
            <a:r>
              <a:t>September 24, 2026 · DEVELOP™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BUILD6™ · BUILD WHAT’S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Translate a first salary into real adult decisions, tradeoffs and responsibilities.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BUILD6 Skills in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Decision-making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Financial literacy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Prioritization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Self-management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Real-World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Work through a realistic $45,000 starting-salary scenario.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Distinguish gross pay from take-home pay.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Connect income choices to independence and personal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Before: Prepare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 I already know?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assumptions am I bringing?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should I pay attention to?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question is worth asking?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Activity /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Build a first-month spending plan.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Respond to an unexpected expense.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Defend one choice your team made.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Professional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financial independence actually require?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expenses are needs, wants or future investments?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would I change if my priorities changed?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During: Capture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Write down something specific—not merely 'it was interesting.'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Notice a skill in action.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Capture a quote, observation, decision or moment.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Identify evidence that could belong in your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After: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surprised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Where would my current habits help or hurt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money reveal about my values?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Portfolio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artifact should I save?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does this evidence show about me?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BUILD6 skill does it demonstrate?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Would someone outside this class understand why it matters?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Capstone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myself?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What changed in how I see work or opportunity?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Which piece of evidence belongs in my final story?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Mark it now so you do not have to reconstruct the semester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62B3F"/>
                </a:solidFill>
                <a:latin typeface="Aptos Display"/>
              </a:defRPr>
            </a:pPr>
            <a:r>
              <a:t>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Prepare questions for Brad McMillan's financial-literacy session next week.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Complete the weekly reflection.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Save your evidence.</a:t>
            </a:r>
          </a:p>
          <a:p>
            <a:pPr>
              <a:spcAft>
                <a:spcPts val="1400"/>
              </a:spcAft>
              <a:defRPr sz="2100">
                <a:solidFill>
                  <a:srgbClr val="1B262C"/>
                </a:solidFill>
                <a:latin typeface="Aptos"/>
              </a:defRPr>
            </a:pPr>
            <a:r>
              <a:t>Keep building the story of who you are becoming.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BUILD6™ · WEEK 6 · © 2026 LINK Lake Norman, LLC ·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