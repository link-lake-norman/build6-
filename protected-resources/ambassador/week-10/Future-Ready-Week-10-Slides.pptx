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10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Interview Under Pressure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October 22, 2026 · CONNECT™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confidence is the ability to think, communicate and recover when the script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communication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Adaptability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Interview response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Julee Herberth + Eric presenting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Ambassador Christian School auditorium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2:00–2:50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Practice an unexpected interview question.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Recover from a weak first answer.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Give a concise second attempt using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makes an answer feel authentic?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do when I do not know what to say?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can I stay professional without sounding rehearsed?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did I react under pressure?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helped me recover?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will I change before my next professional conversation?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Take these observation and communication skills into the Champion Tire &amp; Wheel workplace tour.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10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