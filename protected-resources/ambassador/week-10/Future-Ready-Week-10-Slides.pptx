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BUILD6™ ·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Professional Curiosity + Business Literacy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Julie + Eric - Ask Better. Listen Better. Connect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4B2265"/>
                </a:solidFill>
              </a:rPr>
              <a:t>What can I learn from a professional conversation that I cannot learn from a website?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This Week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Professional curiosity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Active listening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Question design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Business literacy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Professional introductions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Relationship building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Follow-up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Curiosity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Practice a concise introduction, turn weak questions into strong questions, and use follow-ups based on what was actually said.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My 20-second professional introduction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A weak question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A stronger open-ended question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Two natural follow-up questions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Julie + Eric Research + Question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Use only confirmed/public information available to class. Research their work, industry, problems solved, stakeholders and prepare 3-5 thoughtful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Confirmed/public information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Problems they/their organizations solve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Customers / clients / members / partners / stakeholders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My 3-5 thoughtful questions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Live Professional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Listen for business problems, decisions, roles, unexpected career paths and opportunity clues. Ask at least one thoughtful question or follow-up.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Something that surprised me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How they create value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A role / idea / connection I want to explore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The best follow-up question I asked or wish I asked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Friday Closeout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What did I learn from Julie and Eric that I could not have learned from a website, and what will I do with that information?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Portfolio artifact: Professional Question Set + Julie &amp; Eric Connection Record + Thank-You/Follow-Up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Capstone connection: Preserve one professional connection story: what you researched, the question you asked, what you learned, and the next action you chose because of the conversation.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