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Week 2: Discovering My Strengths</a:t>
            </a:r>
          </a:p>
          <a:p>
            <a:pPr algn="ctr">
              <a:defRPr sz="1700">
                <a:solidFill>
                  <a:srgbClr val="F2B705"/>
                </a:solidFill>
              </a:defRPr>
            </a:pPr>
            <a:r>
              <a:t>What strengths do I already bring, and how can I prove them?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09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D2D7E1"/>
                </a:solidFill>
              </a:defRPr>
            </a:pPr>
            <a:r>
              <a:t>Future Ready™ © 2026 Jaime Lane | Licensed to Ambassador Christian School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Why This Week Matters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START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You are building evidence, not just completing assignments.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Every activity connects to Semester 2 internships.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Practice creates confidence. Feedback creates growth.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Your portfolio will show what you can 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Week Outcomes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Build: Strengths in Action Profile and Strength Evidence Tracker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Earn: Strengths in Action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Practice communication, teamwork, adaptability, and professional follow-through.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Use workplace technology responsibly.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Community and Industry Connection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SPEAKER / TOUR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HR leader, recruiter, leadership coach, athletic coach, talent-development professional, or manager who evaluates early-career talent.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How employers in healthcare and manufacturing recognize communication, reliability, adaptability, teamwork, and problem solving.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Prepare thoughtful questions. Log the interaction. Send a personalized thank-you.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Day 1: Strengths Are More Than Labels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DAY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Distinguish strengths, skills, talents, interests, and values.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Strength card sort and Strength + Evidence + Impact + Future Use tracker.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Debrief: What evidence did you create? How will this matter during an internship?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Day 2: Strengths Under Pressure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DAY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Observe strengths during uncertainty and teamwork.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Lost at Launch challenge with changing instructions and observer evidence.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Debrief: What evidence did you create? How will this matter during an internship?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Day 3: Tell the Story Behind the Strength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DAY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Communicate strengths through concise evidence.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STAR-L interview rotations with intern, supervisor, and feedback coach.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Debrief: What evidence did you create? How will this matter during an internship?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Day 4: My Professional Brand Begins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DAY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Translate strengths into professional profile language.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LinkedIn/profile lab, privacy review, headline and About-section draft, AI authenticity check.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Debrief: What evidence did you create? How will this matter during an internship?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Day 5: Build a Strength-Based Team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DAY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Use complementary strengths to assign roles and improve results.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Healthcare/manufacturing welcome challenge, team pitch, speaker reflection, and thank-you draft.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Debrief: What evidence did you create? How will this matter during an internship?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Role Play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Answer “Tell me about one of your strengths” using STAR-L: Situation, Task, Action, Result, Learning.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Rotate: student/intern, professional/supervisor, observer.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Use feedback, then repeat the conversation.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Improv and Adaptability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ADAPT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Strength Switch: adapt when the required contribution changes mid-task.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Stay present. Listen. Build on what is happening.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Professional confidence grows through repetition.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Case Scenario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SOLVE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A healthcare clinic and manufacturing facility both need students to plan a welcome experience. Teams assign roles based on observed strengths.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Identify the problem, evidence, people affected, options, and recommendation.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AI Activity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AI LITERACY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Compare generic AI claims with evidence-based language. Label each claim Supported, Needs More Evidence, or Unclear.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Protect privacy. Verify facts. Keep human judgment and authentic voice.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LinkedIn / Professional Presence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BUILD YOUR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Build a truthful headline and first four sentences of an About section using evidence.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Your profile should be accurate, age-appropriate, and supported by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CRM / Workplace Systems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HOW WORK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Create a professional relationship tracker for speakers, mentors, and tour hosts using fictional or school-approved records.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Use fictional or school-approved information only.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Track the relationship, action, owner, deadline, and follow-up.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Portfolio and Badge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Portfolio artifact: Strengths in Action Profile and Strength Evidence Tracker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Badge: Strengths in Action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Save evidence using the approved naming convention.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Explain what you did, what you learned, and how you will use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Mission Card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51560"/>
            <a:ext cx="3108960" cy="502920"/>
          </a:xfrm>
          <a:prstGeom prst="roundRect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0D1B3D"/>
                </a:solidFill>
              </a:defRPr>
            </a:pPr>
            <a:r>
              <a:t>TAKE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Observe someone using a strength effectively. Record the evidence and impact.</a:t>
            </a:r>
          </a:p>
          <a:p>
            <a:pPr>
              <a:spcAft>
                <a:spcPts val="1200"/>
              </a:spcAft>
              <a:defRPr sz="2000">
                <a:solidFill>
                  <a:srgbClr val="0D1B3D"/>
                </a:solidFill>
              </a:defRPr>
            </a:pPr>
            <a:r>
              <a:t>Bring your evidence to the next session.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B7280"/>
                </a:solidFill>
              </a:defRPr>
            </a:pPr>
            <a:r>
              <a:t>Discover Purpose. Build Skills. Launch Your Future.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