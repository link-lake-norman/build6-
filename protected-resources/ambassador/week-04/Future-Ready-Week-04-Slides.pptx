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Week 4: Choices Create Futures</a:t>
            </a:r>
          </a:p>
          <a:p>
            <a:pPr algn="ctr">
              <a:defRPr sz="1700">
                <a:solidFill>
                  <a:srgbClr val="F2B705"/>
                </a:solidFill>
              </a:defRPr>
            </a:pPr>
            <a:r>
              <a:t>How do my habits and systems shape trust and opportunity?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2D7E1"/>
                </a:solidFill>
              </a:defRPr>
            </a:pPr>
            <a:r>
              <a:t>Future Ready™ © 2026 Jaime Lane | Licensed to Ambassador Christian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Why This Week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 are building evidence, not just completing assignments.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Every activity connects to Semester 2 internships.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creates confidence. Feedback creates growth.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portfolio will show what you can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Week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Build: Personal Reliability Workflow and CRM Practice Record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Earn: Reliable Professional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communication, teamwork, adaptability, and professional follow-through.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workplace technology responsibly.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Community and Industry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SPEAKER /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Operations manager, project manager, HR leader, healthcare administrator, manufacturing supervisor, customer-success leader, or internship coordinator.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Workflow, documentation, safety, handoffs, customer/patient experience, and continuous improvement in manufacturing and healthcare.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Prepare thoughtful questions. Log the interaction. Send a personalized thank-you.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1: Professionalism Is a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behaviors that build or weaken professional trust.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Trust Deposit or Withdrawal movement activity and Professional Choice Audit.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2: Own the Mistake, Protect the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Respond to errors with honesty and solutions.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Accountability framework and role-play scenarios.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3: How Work Moves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Map workflows and identify failure points.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Healthcare appointment, manufacturing order, school event, or community project workflow map with disruption.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4: CRM Lab 1: Never Rely on Memory Alone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basic CRM records to organize relationships and follow-up.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Facilitator demo and student practice with fictional company, contact, note, task, due date, and activity.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5: Internship Readiness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Integrate reliability, workflow, communication, and CRM habits.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Plan an industry tour, assign owners, create records, write confirmation, prepare questions, handle disruptions, and deliver a status update.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Role 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Own It, Facts, Impact, Solution, Next Step accountability conversation.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Rotate: student/intern, professional/supervisor, observer.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feedback, then repeat the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Improv and Adaptability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Change of Plan: new deadline, absent teammate, technology failure, or changed customer request.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Stay present. Listen. Build on what is happening.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Professional confidence grows through repetition.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Case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An internship candidate misses an interview because the invitation was not confirmed, no reminder was set, and no follow-up occurred. Teams redesign the workflow.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the problem, evidence, people affected, options, and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AI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AI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Evaluate an AI-drafted apology or status update for ownership, clarity, privacy, tone, and next step.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Protect privacy. Verify facts. Keep human judgment and authentic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LinkedIn / Professional Presence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BUILD YOUR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Profile checkpoint: verify headline, About section, education, projects, service, skills, and privacy settings before tours.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profile should be accurate, age-appropriate, and supported by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CRM / Workplace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HOW WORK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HubSpot or classroom CRM lab: company, contact, note, task, activity, due date, owner, status, and follow-up using fictional data.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fictional or school-approved information only.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Track the relationship, action, owner, deadline, and follow-up.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Portfolio and Badge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Portfolio artifact: Personal Reliability Workflow and CRM Practice Record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Badge: Reliable Professional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Save evidence using the approved naming convention.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Explain what you did, what you learned, and how you will use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Mission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TAKE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one reliability system for five consecutive days and record what it prevented from slipping.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Bring your evidence to the next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