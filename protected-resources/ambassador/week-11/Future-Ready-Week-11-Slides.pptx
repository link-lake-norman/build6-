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BUILD6™ · WEEK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How a Business 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Champion Tire &amp; Wheel - Operations. Customers. Quality. Careers.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4B2265"/>
                </a:solidFill>
              </a:rPr>
              <a:t>How do people, process, technology, quality, safety, and customer needs connect inside a real business?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WEEK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This Week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Systems thinking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Operations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Workflow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Quality control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Customer experience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Safety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Supply chain awareness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Business economics</a:t>
            </a:r>
          </a:p>
          <a:p>
            <a:pPr>
              <a:spcAft>
                <a:spcPts val="1000"/>
              </a:spcAft>
              <a:defRPr sz="2000">
                <a:solidFill>
                  <a:srgbClr val="192332"/>
                </a:solidFill>
              </a:defRPr>
            </a:pPr>
            <a:r>
              <a:t>Career exploration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Business Systems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Map a customer need from first contact to finished outcome. Identify roles, handoffs, quality checks, delays, waste, customer impact and money impact.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Customer need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Workflow steps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Roles / responsibilities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Handoffs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Quality / safety checks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Champion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Research products/services, customers, problems solved, likely workflow, technology, safety, careers and tour questions.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Products/services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Customers and problems solved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My workflow hypothesis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Technology / safety I expect to see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Hidden careers I want to look for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Operations Detective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C4655"/>
                </a:solidFill>
              </a:rPr>
              <a:t>Wear closed-toe shoes. Observe one workflow, quality-control point, customer-service moment, technology use, safety practice, teamwork/leadership behavior and unexpected career.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789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One workflow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One quality-control point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One customer-service moment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One technology use</a:t>
            </a:r>
          </a:p>
          <a:p>
            <a:pPr>
              <a:spcAft>
                <a:spcPts val="800"/>
              </a:spcAft>
              <a:defRPr sz="1700">
                <a:solidFill>
                  <a:srgbClr val="192332"/>
                </a:solidFill>
              </a:defRPr>
            </a:pPr>
            <a:r>
              <a:t>One safety practice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D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46304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2B705"/>
                </a:solidFill>
              </a:rPr>
              <a:t>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0642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D1B3D"/>
                </a:solidFill>
              </a:rPr>
              <a:t>Friday Closeout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7899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What did Champion Tire &amp; Wheel show me about how one person's work affects customers, quality, safety, time, money, and the rest of the team?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Portfolio artifact: Business Workflow Map + Champion Operations Detective + Career/Skill Map</a:t>
            </a:r>
          </a:p>
          <a:p>
            <a:pPr>
              <a:spcAft>
                <a:spcPts val="1000"/>
              </a:spcAft>
              <a:defRPr sz="1600">
                <a:solidFill>
                  <a:srgbClr val="192332"/>
                </a:solidFill>
              </a:defRPr>
            </a:pPr>
            <a:r>
              <a:t>Capstone connection: Preserve one operations insight that changed how you understand work: what you observed, which roles were connected, and what could happen if one handoff failed.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