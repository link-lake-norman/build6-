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1051560" cy="105156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6A6"/>
                </a:solidFill>
              </a:defRPr>
            </a:pPr>
            <a:r>
              <a:t>WEEK 11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Champion Tire &amp; Wheel Tour + Michelle Boudin Prep</a:t>
            </a:r>
          </a:p>
          <a:p>
            <a:pPr>
              <a:defRPr sz="2000">
                <a:solidFill>
                  <a:srgbClr val="F4C542"/>
                </a:solidFill>
              </a:defRPr>
            </a:pPr>
            <a:r>
              <a:t>October 29, 2026 · EXPERIENCE™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BUILD6™ · BUILD WHAT’S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A workplace experience becomes valuable when students know what to notice and how to translate it into learning.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BUILD6 Skills in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Workplace observation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Professional etiquette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Story recognition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Public-speaking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Real-World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Champion Tire &amp; Wheel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1:00–2:00 PM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Closed-toe shoes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Before: Prepare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already know?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assumptions am I bringing?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pay attention to?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question is worth asking?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Activity /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one example of teamwork.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one example of problem solving.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Turn one tour observation into a story worth telling.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Professional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professionalism look like in this environment?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happens when something goes wrong?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skills transfer beyond this industry?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During: Capture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down something specific—not merely 'it was interesting.'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Notice a skill in action.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a quote, observation, decision or moment.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evidence that could belong in your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After: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story from today is worth preserving?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How would I explain what I learned to someone else?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would make that explanation more compelling?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artifact should I save?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this evidence show about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BUILD6 skill does it demonstrate?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Would someone outside this class understand why it matters?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Capstone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myself?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work or opportunity?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piece of evidence belongs in my final story?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Mark it now so you do not have to reconstruct the semester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Bring that story into Michelle Boudin's communication and on-camera session.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Complete the weekly reflection.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Save your evidence.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Keep building the story of who you are becoming.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11 · © 2026 LINK Lake Norman, LLC ·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