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B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731520"/>
            <a:ext cx="1051560" cy="1051560"/>
          </a:xfrm>
          <a:prstGeom prst="ellipse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828800"/>
            <a:ext cx="102412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A6A6"/>
                </a:solidFill>
              </a:defRPr>
            </a:pPr>
            <a:r>
              <a:t>WEEK 7</a:t>
            </a:r>
          </a:p>
          <a:p>
            <a:pPr>
              <a:defRPr sz="3800" b="1">
                <a:solidFill>
                  <a:srgbClr val="FFFFFF"/>
                </a:solidFill>
              </a:defRPr>
            </a:pPr>
            <a:r>
              <a:t>Brad McMillan — Financial Literacy</a:t>
            </a:r>
          </a:p>
          <a:p>
            <a:pPr>
              <a:defRPr sz="2000">
                <a:solidFill>
                  <a:srgbClr val="F4C542"/>
                </a:solidFill>
              </a:defRPr>
            </a:pPr>
            <a:r>
              <a:t>October 1, 2026 · DEVELOP™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2120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BUILD6™ · BUILD WHAT’S NEXT.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7 · © 2026 LINK Lake Norman, LLC ·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Why This Week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Connect classroom money decisions to guidance from a working financial professional.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7 · © 2026 LINK Lake Norman, LLC ·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BUILD6 Skills in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Financial literacy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Question-building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Professional conversation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Future planning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7 · © 2026 LINK Lake Norman, LLC ·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Real-World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Brad McMillan / Piedmont Bank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Ambassador Christian School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Financial-literacy professional session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7 · © 2026 LINK Lake Norman, LLC ·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Before: Prepare With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do I already know?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assumptions am I bringing?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should I pay attention to?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question is worth asking?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7 · © 2026 LINK Lake Norman, LLC · All Rights Reserved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Activity /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Bring one real money question.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Capture one answer you did not expect.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Translate advice into one action you could actually use.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7 · © 2026 LINK Lake Norman, LLC · All Rights Reserved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Professional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should someone my age understand about credit?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money mistake is easiest to avoid early?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should I do with my first consistent paycheck?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7 · © 2026 LINK Lake Norman, LLC · All Rights Reserved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During: Capture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Write down something specific—not merely 'it was interesting.'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Notice a skill in action.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Capture a quote, observation, decision or moment.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Identify evidence that could belong in your portfolio.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7 · © 2026 LINK Lake Norman, LLC · All Rights 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After: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Which advice applies to me now?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Which advice will matter later?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financial habit do I want to build?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7 · © 2026 LINK Lake Norman, LLC · All Rights Reserved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Portfolio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artifact should I save?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does this evidence show about me?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Which BUILD6 skill does it demonstrate?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Would someone outside this class understand why it matters?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7 · © 2026 LINK Lake Norman, LLC · All Rights Reserved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Capstone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changed in how I see myself?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changed in how I see work or opportunity?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Which piece of evidence belongs in my final story?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Mark it now so you do not have to reconstruct the semester later.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7 · © 2026 LINK Lake Norman, LLC · All Rights 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What Comes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Use professional questioning and observation skills during the Terracon visit.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Complete the weekly reflection.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Save your evidence.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Keep building the story of who you are becoming.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7 · © 2026 LINK Lake Norman, LLC ·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