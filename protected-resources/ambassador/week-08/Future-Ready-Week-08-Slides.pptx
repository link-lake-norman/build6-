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8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Terracon Professional Visit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October 8, 2026 · EXPLORE™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Students do not discover what is possible from a workbook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observation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Career exploration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Questioning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Workplace etiquette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Terracon Consultants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Thursday, October 8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1:00–2:50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Observe at least three distinct professional roles.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workplace communication and team behaviors.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Ask a question tied to a career pathway or skill.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roles exist here that I did not know about?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skills matter across multiple jobs?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did the professionals here get started?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challenged my assumptions?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environment or role interested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did I observe about professionalism?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Turn experience evidence into stories you can use on a resume and in an interview.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8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