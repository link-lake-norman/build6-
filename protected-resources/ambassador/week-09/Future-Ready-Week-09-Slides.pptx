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BUILD6™ · WEEK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AI at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Think Better. Work Smarter. Stay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4B2265"/>
                </a:solidFill>
              </a:rPr>
              <a:t>How do I use AI without giving up my own thinking?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WEEK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This Week Builds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Critical thinking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Prompt design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Verification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Privacy &amp; confidentiality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Bias / hallucination awareness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Professional judgment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Human ownership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Prompting + Workplace Problem-Solving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Practice ROLE + CONTEXT + GOAL + AUDIENCE + CONSTRAINTS + FORMAT. Improve weak prompts and decide what the human must still 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Rewrite: “Help me get a job.”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What context or constraints did you add?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What should the human still decide?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AI Judgment + Verification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Coach Jones leads STOP - CHECK - DECIDE, AI Detective, Fix the AI, and Trust / Verify / Reject.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STOP: What do I need to understand?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CHECK: What facts, dates, sources, assumptions, bias, privacy, or missing information must I verify?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DECIDE: Use, revise, verify, reject, or ask a better question - and why?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Create My AI Verification Checklist (5+ rules).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AI Project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Use AI on a real BUILD6 project. Document your prompt, output, changes, rejections, verification, and human contribution.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What I asked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What AI gave me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What I changed / rejected / corrected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What I verified and how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What I contributed that AI could not replace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Friday Closeout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What are my rules for using AI professionally, and which human skill do I want to strengthen because AI exists?</a:t>
            </a:r>
          </a:p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Portfolio artifact: AI Verification Checklist + Human/AI Project Evidence + Professional AI Rules</a:t>
            </a:r>
          </a:p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Capstone connection: Preserve one example showing how you used judgment: the original AI output, what you changed or rejected, what you verified, and why your final decision was better.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