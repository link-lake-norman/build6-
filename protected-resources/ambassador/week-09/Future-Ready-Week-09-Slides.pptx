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9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Jennifer Miller — Resume Story Bank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October 15, 2026 · CONNECT™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A strong resume and interview are built from specific evidence, not generic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Resume storytelling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Interview preparation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Professional confidence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Evidence-based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Jennifer Miller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Ambassador Christian School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Professional self-presentation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Convert one athletic experience into a workplace story.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situation, action and result.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Practice telling the story without overselling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makes an experience resume-worthy?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How do I show a skill instead of merely naming it?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story best demonstrates how I work with others?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story represents me accurately?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Where am I underselling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evidence still needs to be developed?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Use your story bank when professional questions become harder and less predictable.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9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