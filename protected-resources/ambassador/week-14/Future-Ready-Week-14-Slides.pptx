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1051560" cy="105156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6A6"/>
                </a:solidFill>
              </a:defRPr>
            </a:pPr>
            <a:r>
              <a:t>WEEK 14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Mentorship + Informational Conversation</a:t>
            </a:r>
          </a:p>
          <a:p>
            <a:pPr>
              <a:defRPr sz="2000">
                <a:solidFill>
                  <a:srgbClr val="F4C542"/>
                </a:solidFill>
              </a:defRPr>
            </a:pPr>
            <a:r>
              <a:t>November 19, 2026 · LAUNCH™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BUILD6™ · BUILD WHAT’S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Students build opportunity by learning how to create professional relationships before they need something.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BUILD6 Skills in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Networking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Mentorship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Professional curiosity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Follow-up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Real-World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Practice a real informational conversation.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Learn how to ask for insight without asking for a job.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Matthew Banker / college-athletics readiness remains a proposed alignment until confirmed.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Before: Prepare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already know?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assumptions am I bringing?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pay attention to?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question is worth asking?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Activity /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a professional introduction.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Prepare five meaningful questions.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Practice opening, listening, follow-up and closing.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Professional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How did you get where you are?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you wish you understood at my age?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learn before entering this field?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During: Capture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down something specific—not merely 'it was interesting.'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a skill in action.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a quote, observation, decision or moment.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evidence that could belong in your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After: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Did I listen or merely wait to speak?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answer deserves a follow-up?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Who is one person I could learn from next?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artifact should I save?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this evidence show about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BUILD6 skill does it demonstrate?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Would someone outside this class understand why it matters?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Capstone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work or opportunity?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piece of evidence belongs in my final story?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Mark it now so you do not have to reconstruct the semester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Thanksgiving break follows; return ready to synthesize the semester into the Week 16 pre-internship statement.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Complete the weekly reflection.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Save your evidence.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Keep building the story of who you are becoming.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14 · © 2026 LINK Lake Norman, LLC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