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16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Who I Am Becoming — Pre-Internship Statement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December 3, 2026 · LAUNCH™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Students enter internships with evidence of who they are now and a way to measure who they become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Self-reflection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Goal setting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identity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Internship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Final Semester 1 BEFORE evidence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Pre-internship identity statement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Bridge into Semester 2 professional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Review semester artifacts.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Select evidence that best represents growth.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the pre-internship 'Who I Am Becoming' statement.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Who am I entering this internship season?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strengths can I now support with evidence?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still need to learn?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since Week 1?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experience mattered most?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want future-me to notice when I read this again?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Enter Semester 2 with clear goals, preserved BEFORE evidence and a growing Capstone story.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16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