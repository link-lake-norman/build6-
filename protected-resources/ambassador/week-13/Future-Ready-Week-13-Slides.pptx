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1051560" cy="1051560"/>
          </a:xfrm>
          <a:prstGeom prst="ellipse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8288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6A6"/>
                </a:solidFill>
              </a:defRPr>
            </a:pPr>
            <a:r>
              <a:t>WEEK 13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Life After Sports + Who Remains?</a:t>
            </a:r>
          </a:p>
          <a:p>
            <a:pPr>
              <a:defRPr sz="2000">
                <a:solidFill>
                  <a:srgbClr val="F4C542"/>
                </a:solidFill>
              </a:defRPr>
            </a:pPr>
            <a:r>
              <a:t>November 12, 2026 · LAUNCH™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BUILD6™ · BUILD WHAT’S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13 · © 2026 LINK Lake Norman, LLC ·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Athletics can shape identity, but it should not be the only answer to 'Who am I?'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13 · © 2026 LINK Lake Norman, LLC ·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BUILD6 Skills in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Identity development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Transferable-skills recognition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Self-awareness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Transition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13 · © 2026 LINK Lake Norman, LLC ·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Real-World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Reflect across the semester's speakers, tours and challenges.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Separate role identity from enduring personal strengths.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Name the person who remains when the uniform comes off.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13 · © 2026 LINK Lake Norman, LLC ·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Before: Prepare With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I already know?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assumptions am I bringing?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I pay attention to?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question is worth asking?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13 · © 2026 LINK Lake Norman, LLC ·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Activity /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List what sport taught you.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Translate those lessons into non-sport settings.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Identify what is genuinely yours versus what came from the role.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13 · © 2026 LINK Lake Norman, LLC ·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Professional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Who am I without my sport?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parts of being an athlete transfer with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I want people to know about me next?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13 · © 2026 LINK Lake Norman, LLC ·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During: Capture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Write down something specific—not merely 'it was interesting.'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Notice a skill in action.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Capture a quote, observation, decision or moment.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Identify evidence that could belong in your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13 · © 2026 LINK Lake Norman, LLC ·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After: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identity am I ready to expand?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skills have evidence behind them?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experience this semester changed me most?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13 · © 2026 LINK Lake Norman, LLC ·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Portfolio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artifact should I save?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does this evidence show about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BUILD6 skill does it demonstrate?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Would someone outside this class understand why it matters?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13 · © 2026 LINK Lake Norman, LLC ·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Capstone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myself?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work or opportunity?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piece of evidence belongs in my final story?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Mark it now so you do not have to reconstruct the semester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13 · © 2026 LINK Lake Norman, LLC ·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Turn your developing identity into mentorship and informational-conversation skills.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Complete the weekly reflection.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Save your evidence.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Keep building the story of who you are becoming.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13 · © 2026 LINK Lake Norman, LLC ·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