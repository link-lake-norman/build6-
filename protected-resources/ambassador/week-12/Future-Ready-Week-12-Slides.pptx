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1051560" cy="105156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6A6"/>
                </a:solidFill>
              </a:defRPr>
            </a:pPr>
            <a:r>
              <a:t>WEEK 12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Michelle Boudin — On-Camera Reflection + Second Attempt</a:t>
            </a:r>
          </a:p>
          <a:p>
            <a:pPr>
              <a:defRPr sz="2000">
                <a:solidFill>
                  <a:srgbClr val="F4C542"/>
                </a:solidFill>
              </a:defRPr>
            </a:pPr>
            <a:r>
              <a:t>November 5, 2026 · EXPERIENCE™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BUILD6™ · BUILD WHAT’S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12 · © 2026 LINK Lake Norman, LLC ·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Communication improves when students can see, evaluate and try again.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12 · © 2026 LINK Lake Norman, LLC ·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BUILD6 Skills in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Public speaking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Storytelling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Self-awareness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Receiving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12 · © 2026 LINK Lake Norman, LLC ·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Real-World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Michelle Boudin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Ambassador Christian School auditorium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2:00–2:50 PM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12 · © 2026 LINK Lake Norman, LLC ·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Before: Prepare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already know?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assumptions am I bringing?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pay attention to?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question is worth asking?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12 · © 2026 LINK Lake Norman, LLC ·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Activity /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Deliver a first response.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one specific improvement.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Make a second attempt and compare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12 · © 2026 LINK Lake Norman, LLC ·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Professional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makes someone believable on camera?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Where does confidence actually come from?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How do preparation and authenticity work together?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12 · © 2026 LINK Lake Norman, LLC ·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During: Capture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Write down something specific—not merely 'it was interesting.'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Notice a skill in action.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a quote, observation, decision or moment.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evidence that could belong in your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12 · © 2026 LINK Lake Norman, LLC ·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After: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between attempt one and attempt two?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did I notice about my voice or body language?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communication habit will I continue practicing?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12 · © 2026 LINK Lake Norman, LLC ·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artifact should I save?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this evidence show about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BUILD6 skill does it demonstrate?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Would someone outside this class understand why it matters?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12 · © 2026 LINK Lake Norman, LLC ·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Capstone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myself?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work or opportunity?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piece of evidence belongs in my final story?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Mark it now so you do not have to reconstruct the semester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12 · © 2026 LINK Lake Norman, LLC ·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Use this evidence to examine identity beyond athletics and performance.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Complete the weekly reflection.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Save your evidence.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Keep building the story of who you are becoming.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12 · © 2026 LINK Lake Norman, LLC ·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