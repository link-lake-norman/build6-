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BUILD6™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Communication Under 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Michelle Boudin - Think. Respond. Recover.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4B2265"/>
                </a:solidFill>
              </a:rPr>
              <a:t>How do I think, respond, recover, and remain credible when the pressure is real?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This Week Builds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Camera presence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Interview communication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Panel discussion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Conflict response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Pressure recovery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Concise answers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Active listening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Body language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Credibility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Camera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Practice a 30-second introduction, explain something simply, answer an unexpected question, receive one coaching point and retry immediately.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My 30-second introduction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First-attempt observation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Coaching point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What changed on my second attempt?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Pressure + Conflict + Panel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Practice difficult questions, disagreement, interruption, blanking, criticism, correcting misinformation, saying 'I don't know' professionally, and rotating panel roles.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A difficult question I answered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How I disagreed without becoming defensive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How I handled not knowing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What I learned as panelist / interviewer / moderator / observer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My best recovery phrase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Michelle Boudin Live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Apply camera/interview/panel skills with professional coaching and immediate retry.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My specific goal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Feedback I received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What changed on retry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How this transfers to interviews, presentations, meetings, conflict or leadership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Friday Closeout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What changed between my first attempt and my later attempt, and what will I deliberately practice next?</a:t>
            </a:r>
          </a:p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Portfolio artifact: Before/After Communication Evidence + Panel/Conflict Feedback + Michelle Boudin Coaching Reflection</a:t>
            </a:r>
          </a:p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Capstone connection: Preserve a before/after communication example: what pressure did to your first attempt, the feedback you received, what you changed, and evidence that your second attempt was stronger.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