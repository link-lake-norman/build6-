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/>
            </a:pPr>
            <a:r>
              <a:t>WEEK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FROM POSSIBILITY TO OPPORTUNITY</a:t>
            </a:r>
          </a:p>
          <a:p>
            <a:pPr>
              <a:spcAft>
                <a:spcPts val="1200"/>
              </a:spcAft>
              <a:defRPr sz="2400"/>
            </a:pPr>
            <a:r>
              <a:t>Career Exploration · Pathways · Relationships · Taking Initiative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Future Ready™ · Week 5 · Proprietary Program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/>
            </a:pPr>
            <a:r>
              <a:t>ESSENTIAL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How do I move from wondering what is possible to actually learning about and creating opportunities?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Future Ready™ · Week 5 · Proprietary Program Materials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/>
            </a:pPr>
            <a:r>
              <a:t>POSSIBILITY →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Possibility = something exists.</a:t>
            </a:r>
          </a:p>
          <a:p>
            <a:pPr>
              <a:spcAft>
                <a:spcPts val="1200"/>
              </a:spcAft>
              <a:defRPr sz="2100"/>
            </a:pPr>
            <a:r>
              <a:t>Opportunity = you take a step to learn, connect, experience, or 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Future Ready™ · Week 5 · Proprietary Program Materials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/>
            </a:pPr>
            <a:r>
              <a:t>OPPORTUNITY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1. What interests me?</a:t>
            </a:r>
          </a:p>
          <a:p>
            <a:pPr>
              <a:spcAft>
                <a:spcPts val="1200"/>
              </a:spcAft>
              <a:defRPr sz="2100"/>
            </a:pPr>
            <a:r>
              <a:t>2. What do I already bring?</a:t>
            </a:r>
          </a:p>
          <a:p>
            <a:pPr>
              <a:spcAft>
                <a:spcPts val="1200"/>
              </a:spcAft>
              <a:defRPr sz="2100"/>
            </a:pPr>
            <a:r>
              <a:t>3. Where could this show up?</a:t>
            </a:r>
          </a:p>
          <a:p>
            <a:pPr>
              <a:spcAft>
                <a:spcPts val="1200"/>
              </a:spcAft>
              <a:defRPr sz="2100"/>
            </a:pPr>
            <a:r>
              <a:t>4. Who/what can help me learn?</a:t>
            </a:r>
          </a:p>
          <a:p>
            <a:pPr>
              <a:spcAft>
                <a:spcPts val="1200"/>
              </a:spcAft>
              <a:defRPr sz="2100"/>
            </a:pPr>
            <a:r>
              <a:t>5. What is my next move?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Future Ready™ · Week 5 · Proprietary Program Materials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/>
            </a:pPr>
            <a:r>
              <a:t>TEAM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Same end goal. Different assets.</a:t>
            </a:r>
          </a:p>
          <a:p>
            <a:pPr>
              <a:spcAft>
                <a:spcPts val="1200"/>
              </a:spcAft>
              <a:defRPr sz="2100"/>
            </a:pPr>
            <a:r>
              <a:t>Build the strongest route to learn whether a career field is a fit.</a:t>
            </a:r>
          </a:p>
          <a:p>
            <a:pPr>
              <a:spcAft>
                <a:spcPts val="1200"/>
              </a:spcAft>
              <a:defRPr sz="2100"/>
            </a:pPr>
            <a:r>
              <a:t>Then defend your choices in 60 seconds.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Future Ready™ · Week 5 · Proprietary Program Materials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/>
            </a:pPr>
            <a:r>
              <a:t>RELATIONSHIPS CREATE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Networking is not asking strangers for jobs.</a:t>
            </a:r>
          </a:p>
          <a:p>
            <a:pPr>
              <a:spcAft>
                <a:spcPts val="1200"/>
              </a:spcAft>
              <a:defRPr sz="2100"/>
            </a:pPr>
            <a:r>
              <a:t>It is learning, curiosity, credibility, follow-through, and relationships.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Future Ready™ · Week 5 · Proprietary Program Materials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/>
            </a:pPr>
            <a:r>
              <a:t>THE 30-SECOND OPPORTUNITY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Who I am → What I’m exploring → Why I chose you → Small, specific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Future Ready™ · Week 5 · Proprietary Program Materials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/>
            </a:pPr>
            <a:r>
              <a:t>MY QUESTION FOR MY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What is something I should start building now, while I am still an athlete, that my future self will be grateful I built?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Future Ready™ · Week 5 · Proprietary Program Materials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/>
            </a:pPr>
            <a:r>
              <a:t>DURING THE CONVERSATION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Capture:</a:t>
            </a:r>
          </a:p>
          <a:p>
            <a:pPr>
              <a:spcAft>
                <a:spcPts val="1200"/>
              </a:spcAft>
              <a:defRPr sz="2100"/>
            </a:pPr>
            <a:r>
              <a:t>• one idea that challenged you</a:t>
            </a:r>
          </a:p>
          <a:p>
            <a:pPr>
              <a:spcAft>
                <a:spcPts val="1200"/>
              </a:spcAft>
              <a:defRPr sz="2100"/>
            </a:pPr>
            <a:r>
              <a:t>• one action that created opportunity</a:t>
            </a:r>
          </a:p>
          <a:p>
            <a:pPr>
              <a:spcAft>
                <a:spcPts val="1200"/>
              </a:spcAft>
              <a:defRPr sz="2100"/>
            </a:pPr>
            <a:r>
              <a:t>• one question you still have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Future Ready™ · Week 5 · Proprietary Program Materials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/>
            </a:pPr>
            <a:r>
              <a:t>TURN LEARNING INTO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What did I learn?</a:t>
            </a:r>
          </a:p>
          <a:p>
            <a:pPr>
              <a:spcAft>
                <a:spcPts val="1200"/>
              </a:spcAft>
              <a:defRPr sz="2100"/>
            </a:pPr>
            <a:r>
              <a:t>What applies to me?</a:t>
            </a:r>
          </a:p>
          <a:p>
            <a:pPr>
              <a:spcAft>
                <a:spcPts val="1200"/>
              </a:spcAft>
              <a:defRPr sz="2100"/>
            </a:pPr>
            <a:r>
              <a:t>What will I do next?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Future Ready™ · Week 5 · Proprietary Program Materials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/>
            </a:pPr>
            <a:r>
              <a:t>BEYOND THE GAME · MY CAPSTONE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/>
            </a:pPr>
            <a:r>
              <a:t>Who am I becoming beyond the game?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Future Ready™ · Week 5 · Proprietary Program Materials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/>
            </a:pPr>
            <a:r>
              <a:t>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/>
            </a:pPr>
            <a:r>
              <a:t>One pathway. One person. One next move.</a:t>
            </a:r>
          </a:p>
          <a:p>
            <a:pPr>
              <a:spcAft>
                <a:spcPts val="1200"/>
              </a:spcAft>
              <a:defRPr sz="2100"/>
            </a:pPr>
            <a:r>
              <a:t>Possibility becomes opportunity when you 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/>
            </a:pPr>
            <a:r>
              <a:t>Future Ready™ · Week 5 · Proprietary Program Materials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